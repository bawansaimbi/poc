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14" autoAdjust="0"/>
    <p:restoredTop sz="94660"/>
  </p:normalViewPr>
  <p:slideViewPr>
    <p:cSldViewPr snapToGrid="0">
      <p:cViewPr varScale="1">
        <p:scale>
          <a:sx n="85" d="100"/>
          <a:sy n="85" d="100"/>
        </p:scale>
        <p:origin x="38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7C045C6-387A-481E-A667-E11ADA2D5243}" type="datetimeFigureOut">
              <a:rPr lang="en-IN" smtClean="0"/>
              <a:t>27-02-26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EC9EE14-2C08-444D-9ECF-68E8587A1E4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1251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C9812-21E1-F7AE-7A95-38144E03EE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1FAF19-00F1-3E22-3F0B-4249196CA4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B21978-1D62-F9A1-71DD-C2D5C772B1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9968-0CCF-4D6B-8249-4AA8AB914438}" type="datetimeFigureOut">
              <a:rPr lang="en-IN" smtClean="0"/>
              <a:t>27-02-26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039AE6-91F5-925E-E4EA-A407D45C2E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255C1-FA9D-2FC9-EA08-F93AE5B84E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06737-B3E1-4683-8800-CBB419697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13332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1D2523-8AAA-FAEC-49B2-02D625329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1B96A3-6566-A04B-233E-949F916852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6635453-1FBD-7BEA-7379-C756FB2F97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9968-0CCF-4D6B-8249-4AA8AB914438}" type="datetimeFigureOut">
              <a:rPr lang="en-IN" smtClean="0"/>
              <a:t>27-02-26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4E7912-3291-16F0-1ADF-1607465B4C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EC4348-EF48-B274-7A66-513DD632A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06737-B3E1-4683-8800-CBB419697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7278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DA5AC3-38AA-A444-EE1C-98FA7DD159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C2FC22-062B-DEE1-F854-88B38ECE44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145426-6183-7395-C015-AACCF9F82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9968-0CCF-4D6B-8249-4AA8AB914438}" type="datetimeFigureOut">
              <a:rPr lang="en-IN" smtClean="0"/>
              <a:t>27-02-26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8EB133-BFE0-0020-47B3-B908CE83C7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E631B0-D971-A974-2DBF-676B689F59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06737-B3E1-4683-8800-CBB419697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5759023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408F3-98FB-9D07-C0E6-36191C2D85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D10C7B3-6D74-14A7-4503-6BFA8B02FB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BC89D64-F95A-3E27-2FDF-545469C3358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758CB-EED1-48B6-ACC3-5D8B3782E1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9968-0CCF-4D6B-8249-4AA8AB914438}" type="datetimeFigureOut">
              <a:rPr lang="en-IN" smtClean="0"/>
              <a:t>27-02-26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F8B6A7B-4547-5E03-E1B0-E93FD7DE76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6DF8E80-7892-CC04-0CC8-07377636F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06737-B3E1-4683-8800-CBB419697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579181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E4D59C-BE15-E1DB-9CBA-72B4CCA82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679DEE-4536-7DE7-1834-FFD6C355DBD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C324050-222A-1BD2-9DF5-698B2A098C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9CDBBD7-76FA-8A9F-79E0-20E992BC5A2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5EE329C-4267-BCB0-1AAE-9670B5121E8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DD6B671-B8E5-5392-CAAF-08A81103BE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9968-0CCF-4D6B-8249-4AA8AB914438}" type="datetimeFigureOut">
              <a:rPr lang="en-IN" smtClean="0"/>
              <a:t>27-02-26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50F6E6-AE35-F124-2DE6-1595EB75B7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5FE6898-FE4F-86CD-F3BD-D81D1B7830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06737-B3E1-4683-8800-CBB419697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56766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27A979-D482-1AE4-F522-BE5C5FCEB6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E536D44-DB23-126B-EC7A-4C8B7B5877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9968-0CCF-4D6B-8249-4AA8AB914438}" type="datetimeFigureOut">
              <a:rPr lang="en-IN" smtClean="0"/>
              <a:t>27-02-26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75DDBAE-9AAF-D20D-E597-BB908591E6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1EDFAB-9F86-B790-09FD-AA713269F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06737-B3E1-4683-8800-CBB419697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3955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3386BBD-EC86-7FF1-2550-744D153604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9968-0CCF-4D6B-8249-4AA8AB914438}" type="datetimeFigureOut">
              <a:rPr lang="en-IN" smtClean="0"/>
              <a:t>27-02-26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9CECE3-ECAD-3FFD-669D-0FE5BA6939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148ADA-BD1F-C7F9-0C20-17BF8E3188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06737-B3E1-4683-8800-CBB419697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697108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D00D306-EA3F-8C64-2987-FA35AC67F3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3438B3-1724-11D4-7456-464716BF14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5239E2-D341-419A-7519-5046B198A9F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CFADB88-0EA1-1BF2-630C-2EE73F07BC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9968-0CCF-4D6B-8249-4AA8AB914438}" type="datetimeFigureOut">
              <a:rPr lang="en-IN" smtClean="0"/>
              <a:t>27-02-26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54DE7D5-3B2B-0283-C849-8F757AB9DA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044FCAB-5752-B432-7E8A-DA46453FB6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06737-B3E1-4683-8800-CBB419697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683452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A9368-497C-36D1-9067-47BC728AB4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4162F5B-05D7-D349-9F63-876E0F7325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5B45B0-C02B-D70B-DF74-54B0C55C56B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75408D-BE07-12B0-1E2B-6908DF096F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9968-0CCF-4D6B-8249-4AA8AB914438}" type="datetimeFigureOut">
              <a:rPr lang="en-IN" smtClean="0"/>
              <a:t>27-02-26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8F8C87-E43D-AD70-247E-F4E1DD2838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1B0F441-3590-7932-895A-A4EB567F45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06737-B3E1-4683-8800-CBB419697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05264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B10568-8108-4B8A-A634-D636B3180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E61383E-D302-505E-0BBF-811CFB4A22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080436-5165-E721-A937-2DA6248474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9968-0CCF-4D6B-8249-4AA8AB914438}" type="datetimeFigureOut">
              <a:rPr lang="en-IN" smtClean="0"/>
              <a:t>27-02-26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712584-3521-4B82-21D4-EDF2A0A793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5282B3C-4174-9CC0-382F-F5D4B74298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06737-B3E1-4683-8800-CBB419697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97344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FCA89F-B3F3-D17A-9FAE-BC220E8A2DB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04EA57-8AF9-D29D-C7E6-92F440B310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3023C3E-E1E0-5FF1-D225-DD3BF2405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139968-0CCF-4D6B-8249-4AA8AB914438}" type="datetimeFigureOut">
              <a:rPr lang="en-IN" smtClean="0"/>
              <a:t>27-02-26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713C373-95BF-19B7-D897-DC10911C3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D5E0AF-57AB-3601-73ED-7DC6CF24B5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0006737-B3E1-4683-8800-CBB419697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374402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0223E28-AB47-F0FB-AAB3-DE43BE46D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2F5049-C5C0-2A8C-3089-019AE976FF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17327F9-530E-CB2F-ED97-BEF003ED032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139968-0CCF-4D6B-8249-4AA8AB914438}" type="datetimeFigureOut">
              <a:rPr lang="en-IN" smtClean="0"/>
              <a:t>27-02-26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DA1E58-A274-D966-47A8-CA8E1D04612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530D61C-DD76-F98F-F74F-86F0D0EC3BE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006737-B3E1-4683-8800-CBB419697D0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347718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3C7DB6-D99D-6AF7-E6CB-ACE4A587B67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/>
              <a:t>Slide 1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B8C04-15AA-AF8C-798F-25F6BECF470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678846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F583A5-9E1A-78D2-C2E3-6F9FF0E51B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6488" y="100553"/>
            <a:ext cx="10515600" cy="954107"/>
          </a:xfrm>
        </p:spPr>
        <p:txBody>
          <a:bodyPr>
            <a:normAutofit/>
          </a:bodyPr>
          <a:lstStyle/>
          <a:p>
            <a:r>
              <a:rPr lang="en-IN" sz="3600" dirty="0"/>
              <a:t>Use case – Photo Cropping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AE27DC-8DEC-307C-C3E7-EDCF8E9E29E4}"/>
              </a:ext>
            </a:extLst>
          </p:cNvPr>
          <p:cNvSpPr txBox="1"/>
          <p:nvPr/>
        </p:nvSpPr>
        <p:spPr>
          <a:xfrm>
            <a:off x="776488" y="1054660"/>
            <a:ext cx="1039217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000" b="1" dirty="0"/>
              <a:t>Objective</a:t>
            </a:r>
            <a:r>
              <a:rPr lang="en-IN" dirty="0"/>
              <a:t>: </a:t>
            </a:r>
            <a:r>
              <a:rPr lang="en-US" sz="1400" dirty="0"/>
              <a:t>Build an API that accepts an image, performs automated cropping, runs compliance validations, and returns a cropped output along with structured compliance results without using any third-party tools or external APIs.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IN" sz="1400" dirty="0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53034653-C632-E89F-1A49-EDC633EF793E}"/>
              </a:ext>
            </a:extLst>
          </p:cNvPr>
          <p:cNvSpPr txBox="1"/>
          <p:nvPr/>
        </p:nvSpPr>
        <p:spPr>
          <a:xfrm>
            <a:off x="776488" y="2464898"/>
            <a:ext cx="7861479" cy="31700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/>
              <a:t>Compliance Checks</a:t>
            </a:r>
          </a:p>
          <a:p>
            <a:r>
              <a:rPr lang="en-IN" b="1" dirty="0"/>
              <a:t>Covered in POC:     </a:t>
            </a:r>
            <a:r>
              <a:rPr lang="en-IN" dirty="0"/>
              <a:t>	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Minimum resolution validation (configurable width and height)</a:t>
            </a: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Aspect ratio validation with tolerance</a:t>
            </a: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Blur detection</a:t>
            </a: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File size validation</a:t>
            </a:r>
          </a:p>
          <a:p>
            <a:pPr lvl="0"/>
            <a:r>
              <a:rPr lang="en-US" sz="1600" b="1" dirty="0"/>
              <a:t>Not Part of the POC: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Tilting (face should be straight)</a:t>
            </a: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Both ears must be visible (Edge case – Turban/Headgear)</a:t>
            </a: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Eyes must be open</a:t>
            </a: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No glare on glasses (eyes visible)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400" dirty="0"/>
              <a:t>Alteration of the background ( convert to white background) – Potential PII issue</a:t>
            </a: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endParaRPr lang="en-IN" sz="1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7C52CBC-DDA1-F1FB-FEAA-40BC0A4AF024}"/>
              </a:ext>
            </a:extLst>
          </p:cNvPr>
          <p:cNvSpPr txBox="1"/>
          <p:nvPr/>
        </p:nvSpPr>
        <p:spPr>
          <a:xfrm>
            <a:off x="776488" y="5580604"/>
            <a:ext cx="578261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Out of scope</a:t>
            </a:r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Database or persistent storage</a:t>
            </a: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Authentication and authorization</a:t>
            </a:r>
            <a:endParaRPr lang="en-IN" sz="1400" dirty="0"/>
          </a:p>
          <a:p>
            <a:pPr marL="285750" lvl="0" indent="-285750">
              <a:buFont typeface="Arial" panose="020B0604020202020204" pitchFamily="34" charset="0"/>
              <a:buChar char="•"/>
            </a:pPr>
            <a:r>
              <a:rPr lang="en-US" sz="1400" dirty="0"/>
              <a:t>Production-grade scalability and optimization</a:t>
            </a:r>
            <a:endParaRPr lang="en-IN" sz="1400" dirty="0"/>
          </a:p>
        </p:txBody>
      </p:sp>
    </p:spTree>
    <p:extLst>
      <p:ext uri="{BB962C8B-B14F-4D97-AF65-F5344CB8AC3E}">
        <p14:creationId xmlns:p14="http://schemas.microsoft.com/office/powerpoint/2010/main" val="401902290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8DB31F-EF13-C598-AB1D-79226EB1E0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/>
              <a:t>Tech Stack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A146838-D019-7C2C-5CB3-37338C58FA73}"/>
              </a:ext>
            </a:extLst>
          </p:cNvPr>
          <p:cNvSpPr txBox="1"/>
          <p:nvPr/>
        </p:nvSpPr>
        <p:spPr>
          <a:xfrm>
            <a:off x="914401" y="1133341"/>
            <a:ext cx="59564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 err="1"/>
              <a:t>FastAPI</a:t>
            </a:r>
            <a:r>
              <a:rPr lang="en-IN" dirty="0"/>
              <a:t> :&lt;</a:t>
            </a:r>
            <a:r>
              <a:rPr lang="en-IN" dirty="0" err="1"/>
              <a:t>desc</a:t>
            </a:r>
            <a:r>
              <a:rPr lang="en-IN" dirty="0"/>
              <a:t>&gt;</a:t>
            </a:r>
          </a:p>
          <a:p>
            <a:r>
              <a:rPr lang="en-IN" dirty="0"/>
              <a:t>Pillow: </a:t>
            </a:r>
          </a:p>
          <a:p>
            <a:r>
              <a:rPr lang="en-IN" dirty="0"/>
              <a:t>OpenCV</a:t>
            </a:r>
          </a:p>
          <a:p>
            <a:r>
              <a:rPr lang="en-IN" dirty="0" err="1"/>
              <a:t>PyDantic</a:t>
            </a:r>
            <a:endParaRPr lang="en-IN" dirty="0"/>
          </a:p>
          <a:p>
            <a:r>
              <a:rPr lang="en-IN" dirty="0"/>
              <a:t>NumPy</a:t>
            </a:r>
          </a:p>
        </p:txBody>
      </p:sp>
    </p:spTree>
    <p:extLst>
      <p:ext uri="{BB962C8B-B14F-4D97-AF65-F5344CB8AC3E}">
        <p14:creationId xmlns:p14="http://schemas.microsoft.com/office/powerpoint/2010/main" val="39226892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147</Words>
  <Application>Microsoft Office PowerPoint</Application>
  <PresentationFormat>Widescreen</PresentationFormat>
  <Paragraphs>25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Slide 1</vt:lpstr>
      <vt:lpstr>Use case – Photo Cropping</vt:lpstr>
      <vt:lpstr>Tech Stack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Bawan Saimbi</dc:creator>
  <cp:lastModifiedBy>Bawan Saimbi</cp:lastModifiedBy>
  <cp:revision>1</cp:revision>
  <dcterms:created xsi:type="dcterms:W3CDTF">2026-02-27T18:11:58Z</dcterms:created>
  <dcterms:modified xsi:type="dcterms:W3CDTF">2026-02-27T18:12:02Z</dcterms:modified>
</cp:coreProperties>
</file>