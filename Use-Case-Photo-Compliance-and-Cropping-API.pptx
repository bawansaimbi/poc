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Alice" panose="020B0604020202020204" charset="0"/>
      <p:regular r:id="rId6"/>
    </p:embeddedFont>
    <p:embeddedFont>
      <p:font typeface="Consolas" panose="020B0609020204030204" pitchFamily="49" charset="0"/>
      <p:regular r:id="rId7"/>
      <p:bold r:id="rId8"/>
      <p:italic r:id="rId9"/>
      <p:boldItalic r:id="rId10"/>
    </p:embeddedFont>
    <p:embeddedFont>
      <p:font typeface="Lora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C00"/>
    <a:srgbClr val="268651"/>
    <a:srgbClr val="107E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617" y="6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080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">
            <a:extLst>
              <a:ext uri="{FF2B5EF4-FFF2-40B4-BE49-F238E27FC236}">
                <a16:creationId xmlns:a16="http://schemas.microsoft.com/office/drawing/2014/main" id="{752E745C-39BF-35A0-8F8C-FC5588DC11F1}"/>
              </a:ext>
            </a:extLst>
          </p:cNvPr>
          <p:cNvSpPr/>
          <p:nvPr/>
        </p:nvSpPr>
        <p:spPr>
          <a:xfrm>
            <a:off x="7435810" y="1670922"/>
            <a:ext cx="6573441" cy="5932765"/>
          </a:xfrm>
          <a:prstGeom prst="roundRect">
            <a:avLst>
              <a:gd name="adj" fmla="val 572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791647" y="625793"/>
            <a:ext cx="11248668" cy="70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Use Case: Photo Compliance &amp; Cropping API (POC)</a:t>
            </a:r>
            <a:endParaRPr lang="en-US" sz="4450" b="1" u="sng" dirty="0"/>
          </a:p>
        </p:txBody>
      </p:sp>
      <p:sp>
        <p:nvSpPr>
          <p:cNvPr id="3" name="Shape 1"/>
          <p:cNvSpPr/>
          <p:nvPr/>
        </p:nvSpPr>
        <p:spPr>
          <a:xfrm>
            <a:off x="628769" y="1670923"/>
            <a:ext cx="6573441" cy="5932765"/>
          </a:xfrm>
          <a:prstGeom prst="roundRect">
            <a:avLst>
              <a:gd name="adj" fmla="val 572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 dirty="0">
              <a:solidFill>
                <a:srgbClr val="005C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54869" y="1896428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Objective</a:t>
            </a:r>
            <a:endParaRPr lang="en-US" sz="2400" b="1" dirty="0"/>
          </a:p>
        </p:txBody>
      </p:sp>
      <p:sp>
        <p:nvSpPr>
          <p:cNvPr id="5" name="Text 3"/>
          <p:cNvSpPr/>
          <p:nvPr/>
        </p:nvSpPr>
        <p:spPr>
          <a:xfrm>
            <a:off x="854869" y="2475309"/>
            <a:ext cx="6121241" cy="144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800"/>
              </a:lnSpc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Build an API that accepts an image, performs automated cropping, runs compliance validations, and returns a cropped output along with structured compliance results without using any third-party tools or external APIs.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54869" y="4146232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API Capability</a:t>
            </a:r>
            <a:endParaRPr lang="en-US" sz="2800" b="1" dirty="0"/>
          </a:p>
        </p:txBody>
      </p:sp>
      <p:sp>
        <p:nvSpPr>
          <p:cNvPr id="7" name="Text 5"/>
          <p:cNvSpPr/>
          <p:nvPr/>
        </p:nvSpPr>
        <p:spPr>
          <a:xfrm>
            <a:off x="854869" y="4725114"/>
            <a:ext cx="6121241" cy="2122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Accept image upload request</a:t>
            </a: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Detect face and center crop</a:t>
            </a:r>
          </a:p>
          <a:p>
            <a:pPr marL="342900" indent="-342900">
              <a:lnSpc>
                <a:spcPts val="2800"/>
              </a:lnSpc>
              <a:buSzPct val="100000"/>
              <a:buFontTx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Run compliance checks</a:t>
            </a: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Generate 600 × 600 compliant photo</a:t>
            </a: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Return validation results + cropped image</a:t>
            </a:r>
          </a:p>
        </p:txBody>
      </p:sp>
      <p:sp>
        <p:nvSpPr>
          <p:cNvPr id="8" name="Text 6"/>
          <p:cNvSpPr/>
          <p:nvPr/>
        </p:nvSpPr>
        <p:spPr>
          <a:xfrm>
            <a:off x="7598688" y="1896428"/>
            <a:ext cx="4238744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Compliance Checks Implemented</a:t>
            </a:r>
            <a:endParaRPr lang="en-US" sz="2800" b="1" dirty="0"/>
          </a:p>
        </p:txBody>
      </p:sp>
      <p:sp>
        <p:nvSpPr>
          <p:cNvPr id="9" name="Text 7"/>
          <p:cNvSpPr/>
          <p:nvPr/>
        </p:nvSpPr>
        <p:spPr>
          <a:xfrm>
            <a:off x="7598688" y="2475309"/>
            <a:ext cx="6247686" cy="2562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Minimum resolution validation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Aspect ratio validation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Blur detection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File size validation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Face presence detection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Eyes open validation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98688" y="4861440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Out of Scope (POC)</a:t>
            </a:r>
            <a:endParaRPr lang="en-US" sz="2400" b="1" dirty="0"/>
          </a:p>
        </p:txBody>
      </p:sp>
      <p:sp>
        <p:nvSpPr>
          <p:cNvPr id="11" name="Text 9"/>
          <p:cNvSpPr/>
          <p:nvPr/>
        </p:nvSpPr>
        <p:spPr>
          <a:xfrm>
            <a:off x="7598688" y="5413454"/>
            <a:ext cx="6247686" cy="168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Face tilt detection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Background modification (Potential PII issue)</a:t>
            </a:r>
          </a:p>
          <a:p>
            <a:pPr marL="342900" indent="-342900">
              <a:lnSpc>
                <a:spcPts val="280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</a:rPr>
              <a:t>Production-grade scalability and optimization</a:t>
            </a:r>
            <a:endParaRPr lang="en-IN" sz="1750" dirty="0">
              <a:solidFill>
                <a:srgbClr val="2C2821"/>
              </a:solidFill>
              <a:latin typeface="Lora" pitchFamily="34" charset="0"/>
            </a:endParaRP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endParaRPr lang="en-US" sz="1750" dirty="0"/>
          </a:p>
          <a:p>
            <a:pPr algn="l">
              <a:lnSpc>
                <a:spcPts val="2800"/>
              </a:lnSpc>
              <a:buSzPct val="100000"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7036" y="378678"/>
            <a:ext cx="7104771" cy="68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4800" b="1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Architecture Overview</a:t>
            </a:r>
            <a:endParaRPr lang="en-US" sz="4800" b="1" dirty="0"/>
          </a:p>
        </p:txBody>
      </p:sp>
      <p:sp>
        <p:nvSpPr>
          <p:cNvPr id="6" name="Shape 4"/>
          <p:cNvSpPr/>
          <p:nvPr/>
        </p:nvSpPr>
        <p:spPr>
          <a:xfrm>
            <a:off x="4270697" y="1057871"/>
            <a:ext cx="6348045" cy="1852093"/>
          </a:xfrm>
          <a:prstGeom prst="roundRect">
            <a:avLst>
              <a:gd name="adj" fmla="val 1182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5650791" y="1323972"/>
            <a:ext cx="3587859" cy="13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Backend Service (FastAPI)</a:t>
            </a:r>
            <a:endParaRPr lang="en-US" sz="2400" b="1" dirty="0"/>
          </a:p>
        </p:txBody>
      </p:sp>
      <p:sp>
        <p:nvSpPr>
          <p:cNvPr id="8" name="Text 6"/>
          <p:cNvSpPr/>
          <p:nvPr/>
        </p:nvSpPr>
        <p:spPr>
          <a:xfrm>
            <a:off x="8940843" y="1372762"/>
            <a:ext cx="676946" cy="168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27656" y="1720456"/>
            <a:ext cx="26875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Image upload endpoint</a:t>
            </a: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Face detection and cropping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33580" y="3400477"/>
            <a:ext cx="2858691" cy="214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Processing Pipeline</a:t>
            </a:r>
            <a:endParaRPr lang="en-US" sz="2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784" y="3674530"/>
            <a:ext cx="8882539" cy="33017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0735" y="5781341"/>
            <a:ext cx="1339712" cy="25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Cropping Complete</a:t>
            </a:r>
          </a:p>
          <a:p>
            <a:pPr marL="0" indent="0" algn="ctr">
              <a:lnSpc>
                <a:spcPts val="2000"/>
              </a:lnSpc>
              <a:buNone/>
            </a:pP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362332" y="5781341"/>
            <a:ext cx="1339712" cy="25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683104" y="5781341"/>
            <a:ext cx="1339713" cy="25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Detect Faces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003876" y="5781341"/>
            <a:ext cx="1339712" cy="25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Decode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3287944" y="5781341"/>
            <a:ext cx="1339712" cy="258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Upload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2711648" y="6481228"/>
            <a:ext cx="2616490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API Endpoints</a:t>
            </a:r>
            <a:endParaRPr lang="en-US" sz="2400" dirty="0"/>
          </a:p>
        </p:txBody>
      </p:sp>
      <p:sp>
        <p:nvSpPr>
          <p:cNvPr id="23" name="Shape 15"/>
          <p:cNvSpPr/>
          <p:nvPr/>
        </p:nvSpPr>
        <p:spPr>
          <a:xfrm>
            <a:off x="2726888" y="7032069"/>
            <a:ext cx="3006923" cy="641509"/>
          </a:xfrm>
          <a:prstGeom prst="roundRect">
            <a:avLst>
              <a:gd name="adj" fmla="val 11403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6"/>
          <p:cNvSpPr/>
          <p:nvPr/>
        </p:nvSpPr>
        <p:spPr>
          <a:xfrm>
            <a:off x="2711648" y="7032069"/>
            <a:ext cx="60960" cy="641509"/>
          </a:xfrm>
          <a:prstGeom prst="roundRect">
            <a:avLst>
              <a:gd name="adj" fmla="val 32725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7"/>
          <p:cNvSpPr/>
          <p:nvPr/>
        </p:nvSpPr>
        <p:spPr>
          <a:xfrm>
            <a:off x="2920841" y="7180302"/>
            <a:ext cx="2664738" cy="34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/api/process-photo</a:t>
            </a: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– Upload photo and run processing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5811679" y="7032069"/>
            <a:ext cx="3006923" cy="641509"/>
          </a:xfrm>
          <a:prstGeom prst="roundRect">
            <a:avLst>
              <a:gd name="adj" fmla="val 11403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19"/>
          <p:cNvSpPr/>
          <p:nvPr/>
        </p:nvSpPr>
        <p:spPr>
          <a:xfrm>
            <a:off x="5796439" y="7032069"/>
            <a:ext cx="60960" cy="641509"/>
          </a:xfrm>
          <a:prstGeom prst="roundRect">
            <a:avLst>
              <a:gd name="adj" fmla="val 32725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0"/>
          <p:cNvSpPr/>
          <p:nvPr/>
        </p:nvSpPr>
        <p:spPr>
          <a:xfrm>
            <a:off x="6005632" y="7180302"/>
            <a:ext cx="2664738" cy="34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/api/manual-crop</a:t>
            </a: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– Re-run validation with manual crop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8896469" y="7032069"/>
            <a:ext cx="3006923" cy="641509"/>
          </a:xfrm>
          <a:prstGeom prst="roundRect">
            <a:avLst>
              <a:gd name="adj" fmla="val 11403"/>
            </a:avLst>
          </a:prstGeom>
          <a:solidFill>
            <a:srgbClr val="FCFBF8"/>
          </a:solidFill>
          <a:ln w="1524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8881229" y="7032069"/>
            <a:ext cx="60960" cy="641509"/>
          </a:xfrm>
          <a:prstGeom prst="roundRect">
            <a:avLst>
              <a:gd name="adj" fmla="val 32725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/>
          <p:nvPr/>
        </p:nvSpPr>
        <p:spPr>
          <a:xfrm>
            <a:off x="9090422" y="7180302"/>
            <a:ext cx="2664738" cy="34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/api/download/{job_id}</a:t>
            </a: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– Download processed image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3921C7-7760-12F4-2ACF-E2C0CE453872}"/>
              </a:ext>
            </a:extLst>
          </p:cNvPr>
          <p:cNvSpPr txBox="1"/>
          <p:nvPr/>
        </p:nvSpPr>
        <p:spPr>
          <a:xfrm>
            <a:off x="7524300" y="1689707"/>
            <a:ext cx="28330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Compliance validation</a:t>
            </a:r>
          </a:p>
          <a:p>
            <a:pPr>
              <a:buSzPct val="100000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Image retrieval</a:t>
            </a:r>
            <a:endParaRPr lang="en-US" sz="16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ADAE76-9ABA-16DF-56DB-228033927339}"/>
              </a:ext>
            </a:extLst>
          </p:cNvPr>
          <p:cNvSpPr/>
          <p:nvPr/>
        </p:nvSpPr>
        <p:spPr>
          <a:xfrm>
            <a:off x="587392" y="2248113"/>
            <a:ext cx="13462716" cy="4812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noFill/>
            </a:endParaRPr>
          </a:p>
        </p:txBody>
      </p:sp>
      <p:sp>
        <p:nvSpPr>
          <p:cNvPr id="2" name="Text 0"/>
          <p:cNvSpPr/>
          <p:nvPr/>
        </p:nvSpPr>
        <p:spPr>
          <a:xfrm>
            <a:off x="1077277" y="970417"/>
            <a:ext cx="124758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b="1" u="sng" dirty="0">
                <a:solidFill>
                  <a:srgbClr val="005C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Tech Stack</a:t>
            </a:r>
            <a:endParaRPr lang="en-US" sz="5400" b="1" u="sng" dirty="0">
              <a:solidFill>
                <a:srgbClr val="005C00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576" y="268604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699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API Layer</a:t>
            </a:r>
            <a:endParaRPr lang="en-US" sz="2400" b="1" dirty="0"/>
          </a:p>
        </p:txBody>
      </p:sp>
      <p:sp>
        <p:nvSpPr>
          <p:cNvPr id="5" name="Text 2"/>
          <p:cNvSpPr/>
          <p:nvPr/>
        </p:nvSpPr>
        <p:spPr>
          <a:xfrm>
            <a:off x="1400552" y="3467677"/>
            <a:ext cx="5529143" cy="2581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</a:rPr>
              <a:t>FastAPI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Python framework used to build the REST API, handle endpoints, and manage request/response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C2821"/>
              </a:solidFill>
              <a:latin typeface="Lora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C2821"/>
                </a:solidFill>
                <a:latin typeface="Lora" pitchFamily="34" charset="0"/>
              </a:rPr>
              <a:t>Pydantic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Used for defining request and response models and validating incoming API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C2821"/>
              </a:solidFill>
              <a:latin typeface="Lora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C2821"/>
                </a:solidFill>
                <a:latin typeface="Lora" pitchFamily="34" charset="0"/>
              </a:rPr>
              <a:t>Uvicorn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Server used to run and serve the FastAPI application.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593275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36744" y="26860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Image Processing</a:t>
            </a:r>
            <a:endParaRPr lang="en-US" sz="2400" b="1" dirty="0"/>
          </a:p>
        </p:txBody>
      </p:sp>
      <p:sp>
        <p:nvSpPr>
          <p:cNvPr id="8" name="Text 4"/>
          <p:cNvSpPr/>
          <p:nvPr/>
        </p:nvSpPr>
        <p:spPr>
          <a:xfrm>
            <a:off x="8023860" y="3467677"/>
            <a:ext cx="5529263" cy="234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</a:rPr>
              <a:t>Pillow (PIL) 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– Used for image loading, decoding, cropping, and encoding operations.</a:t>
            </a:r>
          </a:p>
          <a:p>
            <a:endParaRPr lang="en-US" dirty="0">
              <a:solidFill>
                <a:srgbClr val="2C2821"/>
              </a:solidFill>
              <a:latin typeface="Lora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</a:rPr>
              <a:t>OpenCV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Used for face detection and image quality checks such as blur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C2821"/>
              </a:solidFill>
              <a:latin typeface="Lora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C2821"/>
                </a:solidFill>
                <a:latin typeface="Lora" pitchFamily="34" charset="0"/>
              </a:rPr>
              <a:t>MediaPipe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Used to detect facial landmarks for validating whether eyes are open.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C2821"/>
              </a:solidFill>
              <a:latin typeface="Lora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C2821"/>
                </a:solidFill>
                <a:latin typeface="Lora" pitchFamily="34" charset="0"/>
              </a:rPr>
              <a:t>NumPy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</a:rPr>
              <a:t> – Used for image array manipulation and processing.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293</Words>
  <Application>Microsoft Office PowerPoint</Application>
  <PresentationFormat>Custom</PresentationFormat>
  <Paragraphs>56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Lora</vt:lpstr>
      <vt:lpstr>Arial</vt:lpstr>
      <vt:lpstr>Consolas</vt:lpstr>
      <vt:lpstr>Alice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Bawan Saimbi</dc:creator>
  <cp:lastModifiedBy>Bawan Saimbi</cp:lastModifiedBy>
  <cp:revision>3</cp:revision>
  <dcterms:created xsi:type="dcterms:W3CDTF">2026-03-04T19:45:22Z</dcterms:created>
  <dcterms:modified xsi:type="dcterms:W3CDTF">2026-03-04T20:32:13Z</dcterms:modified>
</cp:coreProperties>
</file>